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iWorkerCenter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Native 经营驾驶舱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从执行到经营的统一中枢 · CEO/董事会可直接使用的经营工具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0" y="438912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4572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E94560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iWorkerCenter 不只是数字员工后台，也不是任务调度中心。从产品本质上看，它应该是覆盖执行、管理、经营与决策的 AI Native 组织中枢，并最终成为 CEO/董事会可直接使用的经营工具。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核心定位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内容概览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经营管理的真正痛点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iWorkerCenter 的核心定位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四层经营架构详解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Executive Skills 五大类型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20个典型经营问题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2735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从诊断到执行的完整闭环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7307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高可用架构与安全保障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1879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MVP 开发计划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9456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经营管理的真正痛点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管理者每天都在面对的四个难题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看到结果，看不到过程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无法持续改进你看不到的东西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经营异常往往事后才发现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缺乏实时感知和预警机制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17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24917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26289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关键人员变动 = 能力流失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89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组织能力沉淀在个人身上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核心人才离开，业务跟着受伤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新人上手周期长，风险大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跨部门协同依赖默契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流程写在制度里，运行在熟人经验里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真正的协作链路不在任何系统中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协作瓶颈难以被识别和优化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51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351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69723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经营决策缺乏数据支撑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723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凭感觉做决定，缺少系统化分析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无法快速模拟决策的影响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无法追踪决策的执行效果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9456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iWorkerCenter 核心定位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iWorkerCenter 必须走到经营层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如果系统只能承接任务，却不能帮助管理层理解经营、解释变化、形成决策、推动执行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那它仍然只是一个更强的自动化平台，而不是 AI Native 组织系统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真正的组织中枢必须回答四类问题：组织在做什么？为什么产生这样的经营结果？接下来有哪些可选动作？动作下发后如何被持续推动？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这决定了 iWorkerCenter 必须具备经营层能力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9456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四层经营架构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四层架构 — 组织中枢的完整能力模型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 Layer · 执行层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 iWorker 数字员工与自动化执行单元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接收任务、调用工具、执行流程、生成交付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解决：「把事情做完」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17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24917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26289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Organization Layer · 组织层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89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岗位与角色模型、技能与能力地图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跨部门协同链路、授权边界与责任归属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解决：「谁来做、如何协同、何时升级」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Management Layer · 管理层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任务SLA、质量评分、运营指标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资源利用率、风险与异常监控、组织负载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解决：「组织是否运行健康」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51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351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69723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Layer · 经营层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723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经营理解、决策模拟、推动执行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面向CEO、董事会与核心经营层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解决：「接下来怎么办」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经营层 — iWorkerCenter 与普通工作流系统的最大区别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CEO、董事会与核心经营层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不是看板，而是可调用的 Executive Skills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Skill 完成四件事：看清现状 → 解释原因 → 给出选项 → 推动执行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把经营问题系统化为可调用、可编排、可追踪的能力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使得老板面对的不是一堆系统，而是一套可以真正辅助经营的组织能力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9456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Skills 五大类型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五大类 Executive Skills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经营诊断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回答「发生了什么，为什么会这样」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营收为何未达标？毛利下降原因？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哪个区域拖累了增长？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56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32156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33528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资源配置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28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回答「资源应该投到哪里」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哪条业务线值得加大投入？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哪些团队过载？哪些ROI最低？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12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12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62484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84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回答「不管会怎样」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哪些客户流失风险升高？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哪些交付项目延期？哪些链路成瓶颈？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06324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3063240"/>
            <a:ext cx="26212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0040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决策模拟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56616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回答「如果这样做会怎样」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压缩10%预算影响？转向高毛利客户？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增加投放交付侧接得住？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15640" y="306324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3215640" y="3063240"/>
            <a:ext cx="26212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24" name="Text 22"/>
          <p:cNvSpPr/>
          <p:nvPr/>
        </p:nvSpPr>
        <p:spPr>
          <a:xfrm>
            <a:off x="3352800" y="320040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推动执行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52800" y="356616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回答「决策如何真正落地」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谁负责？调动哪些资源？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哪些部门配合？如何跟踪？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9456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20个典型经营问题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20个 iWorkerCenter 应优先建设的经营问题（1-10）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经营诊断 &amp; 资源配置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1. 本月营收为什么低于目标？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2. 哪些业务线正在贡献真正有效的增长？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3. 哪些区域表面增长，实际质量在下降？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4. 毛利率下降是价格、成本还是结构问题？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5. 最近最值得关注的经营异常是什么？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 &amp; 资源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6. 哪些客户流失风险已经明显升高？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7. 哪些销售机会最可能在30天成交？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8. 哪些交付项目拖累了客户满意度？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9. 当前组织最大的协同瓶颈在哪里？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10. 哪些团队过载，哪些能力闲置？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1097280"/>
            <a:ext cx="18288" cy="3474720"/>
          </a:xfrm>
          <a:prstGeom prst="rect">
            <a:avLst/>
          </a:prstGeom>
          <a:solidFill>
            <a:srgbClr val="E94560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20个 iWorkerCenter 应优先建设的经营问题（11-20）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决策模拟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11. 最值得加投的人、项目和区域是什么？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12. 哪些动作ROI最低，应该尽快停止？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13. 预算收缩10%，优先削减哪里影响最小？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14. 目标增长20%，主要靠哪个业务线？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15. 增加销售投放，交付侧是否接得住？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推动执行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16. 这项经营动作该由谁负责推进？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17. 需要调动哪些数字员工和人类员工？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18. 哪些部门需要同步配合？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19. 如何跟踪执行进度与结果回收？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20. 哪些低效项目应该裁撤释放资源？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1097280"/>
            <a:ext cx="18288" cy="3474720"/>
          </a:xfrm>
          <a:prstGeom prst="rect">
            <a:avLst/>
          </a:prstGeom>
          <a:solidFill>
            <a:srgbClr val="E94560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9456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从诊断到执行的完整闭环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Executive Skill 的完整闭环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看清现状 — 拉取预算、实际收入、漏斗、结构数据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解释原因 — 识别偏差来源，判断局部还是结构性问题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给出选项 — 生成 2-4 个可执行选项，说明收益、代价与风险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建议动作 — 给出系统建议优先推进的动作与原因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执行编排 — 把选中动作转换为组织任务，分配给数字和人类员工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2735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跟踪指标 — 明确后续观察指标，验证动作是否有效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编排示例：「本月营收为什么低于目标」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拉取预算、实际收入、销售漏斗、区域与客户结构数据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对比历史周期与目标差距，识别主要偏差来源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判断偏差来自获客不足、转化下滑、交付受限还是客单价变化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识别是局部异常还是结构性问题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生成 3 个可选经营动作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2735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CEO 选择后自动拆解为销售、交付、运营等执行任务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7307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两周内持续跟踪结果并自动复盘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9456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高可用架构与安全保障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高可用架构 — 像基础设施一样可靠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多节点部署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iWorkerCenter 集群化运行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单节点故障不影响服务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主备或多机热备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17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24917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26289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状态连续保障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89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主节点写入可靠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备节点可追平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切换后状态不中断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事件驱动同步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事件日志优先于状态复制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支持幂等回放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完整审计追踪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51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351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69723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云侧灾备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723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iWorkerCloud 远程备份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跨机房容灾支持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平台级运维支撑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三层记忆架构 — 组织能力的真源保障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什么存本地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近期任务上下文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临时工作草稿与缓存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本地工具调用记录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低延迟响应所需的热数据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什么必须进中心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组织角色与技能定义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工作流状态变更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重要决策记录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审计日志与授权审批动作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可复用知识、策略与经营规则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6280" y="1097280"/>
            <a:ext cx="18288" cy="3474720"/>
          </a:xfrm>
          <a:prstGeom prst="rect">
            <a:avLst/>
          </a:prstGeom>
          <a:solidFill>
            <a:srgbClr val="E94560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9456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开发计划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 MVP 开发计划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Sprint 1：经营概览 MVP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2070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executive 后端模块，提供经营概览与 Skill 调用 API，将 Overview 页面升级为经营概览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6733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600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Sprint 2：组织中枢强化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8928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打通角色、同事、能力、流程与经营视图，增加组织脆弱点与依赖识别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Sprint 3：前台联动闭环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578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 承接任务与执行，iWorkerCenter 承担编排，建立经营问题到执行动作的下发闭环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iWorkerCenter 的三层价值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第一，获得一支可扩展、可编排、可追踪的数字员工体系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第二，获得一个不依赖关键人的组织中枢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6642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知识、流程、协作方式与经营判断持续沉淀进系统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1305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057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第三，获得一个面向管理层和老板的经营操作系统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3500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老板不仅能看数据，更能让系统解释数据、形成选项、推动执行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828800"/>
            <a:ext cx="27432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让经营从直觉走向系统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iWorkerCenter — CEO/董事会可直接使用的经营工具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contact@iworker.ai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iWorker Team</dc:creator>
  <cp:lastModifiedBy>iWorker Team</cp:lastModifiedBy>
  <cp:revision>1</cp:revision>
  <dcterms:created xsi:type="dcterms:W3CDTF">2026-04-25T12:25:06Z</dcterms:created>
  <dcterms:modified xsi:type="dcterms:W3CDTF">2026-04-25T12:25:06Z</dcterms:modified>
</cp:coreProperties>
</file>