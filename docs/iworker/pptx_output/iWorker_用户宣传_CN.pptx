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你的数字员工伙伴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真正成为你的工作搭挡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0" y="4389120"/>
            <a:ext cx="109728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CEC9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不是传统 AI 助手，而是你的数字员工伙伴。它接受任务、调用技能、协同执行，持续学习你的工作方式。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认识你的新伙伴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内容概览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为什么你需要数字员工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iWorker 能为你做什么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你将如何与数字员工协作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交互方式：IM、语音、任务流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数字员工的完整能力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典型使用场景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你的工作方式将如何改变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EC9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为什么你需要数字员工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你的日常工作中，这些场景是否很熟悉？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重复性任务太多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每天花大量时间在重复操作上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报表、数据整理、文档格式化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你真正想做的是创造性工作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协作沟通效率低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跨部门协作要反复沟通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信息在群里、邮件里、文档里散落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找信息比做事情还费时间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知识经验难传承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前人积累的经验散落在各处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新人上手周期长、学习成本高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同样的错误在不同人身上反复发生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工具太多切换频繁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AI助手、项目管理、文档工具...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每个工具只能解决一个小问题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没有一个统一的协作伙伴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EC9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能为你做什么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与传统 AI 工具的本质区别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AI 工具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你问它答，一问一答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每次对话从零开始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只能做单一任务（写作、搜索等）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需要你手动引导每一步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它只是一个工具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数字员工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你给目标，它完成全流程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经验持续沉淀，越用越懂你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多技能协同，端到端交付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关键节点才需要你介入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它是你的工作伙伴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00CEC9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数字员工的五大核心能力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接收目标与上下文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理解你要什么、为什么需要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不只是执行指令，而是理解意图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自动补充缺失的上下文信息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56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156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2" name="Text 10"/>
          <p:cNvSpPr/>
          <p:nvPr/>
        </p:nvSpPr>
        <p:spPr>
          <a:xfrm>
            <a:off x="33528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识别所需角色与技能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28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自动匹配最合适的工作方式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根据任务类型调用对应能力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无需你手动选择工具或流程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12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12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4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调用工具、知识与流程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4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使用你公司的标准流程工作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调用工具、访问知识库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与其他数字员工或同事协作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交付结果并沉淀经验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每次任务都让系统变得更好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过程、决策、结果完整记录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经验持续积累，下次更高效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56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156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24" name="Text 22"/>
          <p:cNvSpPr/>
          <p:nvPr/>
        </p:nvSpPr>
        <p:spPr>
          <a:xfrm>
            <a:off x="33528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持续汇报与跟进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28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任务进展主动推送汇报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异常和关键节点及时提醒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你可以随时追问和调整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EC9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你将如何与数字员工协作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人类与数字员工的协作新范式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日常任务通过 IM 和语音分派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数字员工持续执行、汇报与跟进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人类在高价值节点给出判断和授权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复杂材料与专业软件在电脑上按需调用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所有过程和能力沉淀回 iWorkerCenter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你的新角色 — 高价值节点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判断节点：在关键决策点给出判断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授权节点：审批和确认重要动作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责任节点：承担最终责任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关系节点：处理需要人际沟通的工作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例外接管者：处理极端和特殊情况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EC9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三种交互方式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三种自然的交互方式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— 默认工作入口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直接在企业微信/钉钉里找数字员工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在群里发起任务、接收汇报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追问原因、下发下一步动作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最贴近你的工作习惯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56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156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2" name="Text 10"/>
          <p:cNvSpPr/>
          <p:nvPr/>
        </p:nvSpPr>
        <p:spPr>
          <a:xfrm>
            <a:off x="33528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 — 更自然的协作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28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"帮我看下今天有哪些异常"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"把这个客户情况整理给交付团队"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"把这个月营收偏差原因讲清楚"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不需要打字，说出需求即可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12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12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4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— 补充控制台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4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查看全局状态与复杂图表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配置组织规则与权限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审计追踪历史过程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不是唯一入口，而是补充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EC9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你的工作方式升级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从传统工作方式到 AI Native 协作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全天盯着电脑操作软件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手动完成每个步骤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重复劳动占据大部分时间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一个人处理所有事情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知识存在自己脑子里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换人就要重新来过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按需打开电脑做判断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说一句话，数字员工搞定全流程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专注高价值创造性工作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与数字员工团队协作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知识沉淀在组织系统中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经验可积累、可复用、可传承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00CEC9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典型使用场景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日常任务执行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"帮我整理今天的客户跟进记录"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"把这个报表按部门拆分汇总"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"安排下周的项目交付进度检查"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信息查询与汇报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"这周我们团队完成了哪些关键任务"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"客户A的最新状态是什么"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"帮我生成月度工作汇报"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"把需求文档同步给产品和技术团队"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"协调设计部和市场部的排期"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"通知所有相关方项目变更"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数据分析与处理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"分析上季度销售数据趋势"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"整理客户反馈中的共性问题"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"生成竞品分析对比报告"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你的电脑角色正在改变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电脑不再是工作中心，而是数字员工的「身体」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数字员工在电脑里执行动作、调用工具、访问文件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你通过 IM 和语音与数字员工协作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电脑变成按需打开的工具箱，而非持续占据注意力的主工作场所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企业能力沉淀在 iWorkerCenter，而非散落在个人电脑上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开始你的数字员工之旅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让重复工作交给 AI，你专注更有价值的事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contact@iworker.ai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iWorker Team</dc:creator>
  <cp:lastModifiedBy>iWorker Team</cp:lastModifiedBy>
  <cp:revision>1</cp:revision>
  <dcterms:created xsi:type="dcterms:W3CDTF">2026-04-25T12:22:24Z</dcterms:created>
  <dcterms:modified xsi:type="dcterms:W3CDTF">2026-04-25T12:22:24Z</dcterms:modified>
</cp:coreProperties>
</file>