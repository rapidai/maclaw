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组织系统 · 下一代企业运行基础设施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投资人介绍  |  Confidential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389120"/>
            <a:ext cx="109728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39C12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不是一个 AI 助手，也不是一个聊天入口，而是一套帮助企业构建 AI Native 组织的数字员工系统。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核心定位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市场结构性空白：万亿市场中的关键缺口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产品定义与三层架构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四层经营架构：从执行到决策的完整闭环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六大技术壁垒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商业模式与收入结构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市场进入策略与路线图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投资亮点总结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市场结构性空白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企业今天的真正问题：不是缺工具，而是缺组织化能力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现状（90%企业的困境）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 工具被当作搜索框、写作助手、客服插件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只能提升局部效率，无法改变企业运行方式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关键岗位变动 → 业务能力跟着流失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组织协作依赖熟人经验，难以标准化复制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老板看得到结果，看不到过程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企业能力沉淀在个人经验和部门黑箱中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碎片化系统无法承载组织级能力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 只能做零散动作，不能成为组织成员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静态流程写在制度里，运行在默契里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缺少一套新的组织操作系统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F39C12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万亿市场中的结构性空白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全球企业 AI 市场 2030 年预计突破 1.8 万亿美元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的 AI 工具停留在「单点效率提升」阶段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AI 组织层几乎无人涉足 — 这是结构性缺口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企业需要的不是更多 AI 插件，而是组织化的 AI 系统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产品定义与三层架构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三层产品架构 — 覆盖执行、组织与云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· 数字员工前台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任务承接、技能调用、协同执行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IM/语音原生交互入口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本地工具、浏览器、文件接入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不是聊天窗口，而是工作前台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· 组织中枢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组织角色、技能编排、流程管理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知识与记忆沉淀、权限与责任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经营指标、风险规则、决策机制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CEO/董事会可直接使用的经营工具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iWorkerCloud · 云侧控制面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多中心注册与授权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算力调度与云端运营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跨中心同步与远程管理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灾备恢复与平台运维支持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组织 — 不只是「员工在用 AI」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工作分配给角色化、能力化的执行单元，而非零散分给个人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流程运行在系统里，而非写在制度里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知识沉淀在组织中枢中，而非少数人脑中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管理是实时感知、解释、决策与推动执行，而非事后看报表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四层经营架构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四层经营架构 — 真正的组织中枢必须回答四个问题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Layer · 执行层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数字员工完成业务动作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接收任务、调用工具、执行流程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解决问题：「把事情做完」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 Layer · 组织层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岗位与角色模型、技能地图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跨部门协同链路、授权边界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解决问题：「谁来做、如何协同」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 Layer · 管理层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任务SLA、质量评分、运营指标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资源利用率、风险与异常监控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解决问题：「组织是否运行健康」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Layer · 经营层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经营理解、决策模拟、执行推动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面向CEO、董事会与核心经营层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解决问题：「接下来怎么办」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六大技术壁垒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六大核心技术壁垒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Executive Skills 体系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经营问题系统化为可调用技能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5大类20+典型经营问题覆盖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从诊断到执行的完整编排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三层记忆架构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本地热缓存（低延迟）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中心组织记忆（真源）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云侧跨中心能力层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高可用多机热备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多节点部署、主备热备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自动故障切换、状态连续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事件日志优先于状态复制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IM/语音原生交互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企业IM为默认工作入口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语音为自然协作方式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GUI降级为补充控制台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33528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离线混合同步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28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在线优先、离线缓冲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弱实时回传模式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冲突处理与幂等回放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12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12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62484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事件驱动状态管理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84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事件日志优先写入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中心生成标准化摘要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embedding 可重建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商业模式与收入结构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 — 多元收入 + 增长飞轮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收入结构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SaaS 订阅：iWorkerCenter 按组织规模阶梯定价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数字员工许可：按数字员工数量计费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云服务：iWorkerCloud 按用量计费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行业方案：Executive Skills 包项目制+年费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增长飞轮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更多数字员工 → 更多数据沉淀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更强的经营诊断能力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更好的业务结果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更高的客户粘性与迁移成本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组织能力沉淀 → 替换成本极高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F39C12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市场进入策略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三阶段市场进入路线图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1：iWorkerCenter 经营概览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207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CEO经营驾驶舱，让老板第一天看到价值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2：组织中枢强化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打通角色、能力、流程与经营视图，Executive Skills 从 mock 转为真实数据驱动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3：前台联动闭环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承接执行，iWorkerCenter 承担编排，建立从经营问题到执行动作的下发闭环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目标行业 — 知识密集型与组织复杂度优先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知识密集型服务业：咨询、法律、设计 — 能力沉淀需求最强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中大型制造业：多部门协同、复杂流程管理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连锁零售与服务业：标准化复制、规模化管理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金融与保险行业：风险监控、合规管理、决策辅助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医疗与教育行业：专家经验沉淀、流程标准化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9C1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投资亮点总结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四大投资亮点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结构性市场空白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90%企业AI聚焦单点工具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组织层几乎无人涉足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万亿市场中的结构性缺口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深厚技术壁垒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四层经营架构独创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Skills 体系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三层记忆 + 高可用设计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极高客户粘性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组织能力沉淀在系统中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知识、流程、角色、策略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迁移成本极高，替换困难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清晰商业路径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三阶段GTM路线明确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多元收入结构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万亿级市场空间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 — 时机窗口已开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人才流动加速 → 组织能力不能再依赖个人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业务变化加速 → 静态流程无法适应动态需求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管理半径扩大 → 老板需要系统化的经营辅助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竞争反应时间缩短 → 从直觉决策到系统决策的刚需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未来真正有韧性的公司：组织能力沉淀最深、可复制性最强、经营响应最快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期待与您共同定义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时代的企业运行系统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contact@iworker.ai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iWorker Team</dc:creator>
  <cp:lastModifiedBy>iWorker Team</cp:lastModifiedBy>
  <cp:revision>1</cp:revision>
  <dcterms:created xsi:type="dcterms:W3CDTF">2026-04-25T12:20:25Z</dcterms:created>
  <dcterms:modified xsi:type="dcterms:W3CDTF">2026-04-25T12:20:25Z</dcterms:modified>
</cp:coreProperties>
</file>