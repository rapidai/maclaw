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iWorkerCenter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Native Executive Dashboard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Execution to Strategy · The Unified Hub for CEOs &amp; Boards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0" y="438912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E94560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iWorkerCenter is not just a digital employee backend or a task scheduling center. It is an AI Native organization hub covering execution, management, operations, and decision-making — ultimately becoming an executive tool CEOs and boards can use directly.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Core Positioning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Real Management Pain Points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iWorkerCenter Core Positioning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Four-Layer Operating Architecture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Five Executive Skill Categories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20 Typical Business Questions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273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Diagnosis-to-Execution Loop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7307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HA Architecture &amp; Security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1879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MVP Development Plan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456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 Management Pain Points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Four Challenges Every Executive Faces Daily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 Results, Not Process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Cannot improve what you cannot see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anomalies discovered after the fact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real-time sensing or early warning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17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24917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26289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Person = Capability Risk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89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 capabilities live in individuals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talent departure = business damage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 ramp-up for replacements, high risk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Collaboration Relies on Tacit Knowledge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Processes in policy docs, run on relationships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 collaboration chains not in any system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Bottlenecks invisible until they break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351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69723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Decisions Lack Data Support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23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Gut-feel decisions without systematic analysis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Cannot simulate impact of choices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Cannot track execution of decisions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456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Positioning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iWorkerCenter Must Reach the Executive Layer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 the system only accepts tasks but cannot help management understand, explain, decide, and drive execution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remains a stronger automation platform, not an AI Native organization system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true org hub must answer: What is happening? Why? What options exist? How to drive execution?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This determines iWorkerCenter must have executive-layer capabilities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456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Four-Layer Architecture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Four Layers: Complete Organization Hub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 digital employees &amp; automation units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acceptance, tool invocation, process execution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Answers: "Get things done"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17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24917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26289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Organization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89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 &amp; position models, skill &amp; capability maps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Cross-dept collaboration chains, authorization boundaries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Answers: "Who does what, how to coordinate"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Management Layer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SLA, quality scoring, ops metrics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 utilization, risk &amp; anomaly monitoring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Answers: "Is the org running healthy"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351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69723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23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understanding, decision simulation, execution push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CEO, board, and core business leaders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Answers: "What should we do next"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Layer: The Biggest Differentiator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Designed for CEO, board, and core business leaders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 dashboards, but callable Executive Skills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Each Skill completes four steps: See current state &gt; Explain causes &gt; Present options &gt; Drive execution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questions systematized as callable, orchestrable, trackable capabilities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 face not a pile of systems, but a unified organizational capability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456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Five Executive Skill Categories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Five Categories of Executive Skills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Diagnosis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"What happened and why"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Revenue below target? Margin decline cause?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Which region dragged down growth?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56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32156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33528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 Allocation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28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"Where to invest resources"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Which business line deserves more?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Teams overloaded? Lowest ROI actions?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12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12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62484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Early Warning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84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"What if we ignore this"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 churn risk? Delivery delays?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Collaboration bottlenecks forming?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3063240"/>
            <a:ext cx="26212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0040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 Simulation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"What if we do this"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 budget cut impact?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Shift to high-margin clients?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Sales increase: can delivery handle it?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15640" y="306324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15640" y="3063240"/>
            <a:ext cx="26212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24" name="Text 22"/>
          <p:cNvSpPr/>
          <p:nvPr/>
        </p:nvSpPr>
        <p:spPr>
          <a:xfrm>
            <a:off x="3352800" y="320040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 Push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52800" y="356616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"How to make it happen"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Who owns it? What resources to deploy?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Which departments must coordinate?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to track progress and results?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456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Typical Business Questions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Priority Executive Skills (1-10)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 &amp; Resources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1. Why is revenue below target this month?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2. Which business lines drive real growth?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3. Which regions show quantity but declining quality?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4. Is margin decline about price, cost or mix?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5. What is the most notable business anomaly?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&amp; Capacity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6. Which customers have elevated churn risk?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7. Which deals are most likely to close in 30 days?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8. Which delivery projects hurt client satisfaction?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9. Where is the biggest collaboration bottleneck?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10. Which teams are overloaded vs. underutilized?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1097280"/>
            <a:ext cx="18288" cy="3474720"/>
          </a:xfrm>
          <a:prstGeom prst="rect">
            <a:avLst/>
          </a:prstGeom>
          <a:solidFill>
            <a:srgbClr val="E94560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Priority Executive Skills (11-20)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 Simulation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11. Top people, projects and regions to invest in?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12. Lowest-ROI actions to stop immediately?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13. 10% budget cut: where to cut with least impact?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14. 20% growth target: which business line drives it?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15. More sales spend: can delivery handle it?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 Push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16. Who owns this business action?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17. Which digital and human employees to mobilize?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18. Which departments need to sync?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19. How to track execution progress and outcomes?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20. Which low-efficiency projects should be cut?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1097280"/>
            <a:ext cx="18288" cy="3474720"/>
          </a:xfrm>
          <a:prstGeom prst="rect">
            <a:avLst/>
          </a:prstGeom>
          <a:solidFill>
            <a:srgbClr val="E94560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456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Complete Diagnosis-to-Execution Loop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Complete Loop for Every Executive Skill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See Current State — Pull budget, actual revenue, funnel, structure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Explain Causes — Identify deviation sources, local vs. structural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Present Options — Generate 2-4 actionable options with trade-offs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Suggest Actions — Recommend priority actions with rationale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Orchestrate Execution — Convert selected actions into org tasks for digital and human employees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273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Track Metrics — Define metrics to verify effectiveness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Example: "Why is Revenue Below Target This Month?"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Pull budget, actual revenue, sales funnel, regional and client structure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Compare historical periods vs. target gap, identify primary deviation sources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Determine if gap stems from acquisition, conversion, delivery or deal size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Identify whether it is a local anomaly or structural issue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Generate 3 actionable business options for CEO to choose from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273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CEO selects option &gt; auto-decompose into sales, delivery, ops tasks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7307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Track results over two weeks with automatic review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456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 Architecture &amp; Security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Infrastructure-Grade High Availability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Multi-Node Deployment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iWorkerCenter cluster operation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Single-node failure = no service impact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Active-standby or multi-node hot standby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17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24917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26289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Continuity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89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Primary writes are reliable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Standby can catch up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state interruption after failover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Event-Driven Sync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 logs prioritized over state replication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Idempotent replay support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Complete audit trail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351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69723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Cloud-Side DR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23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iWorkerCloud remote backup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Cross-datacenter disaster recovery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Platform-level operations support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Three-Layer Memory: Source of Truth for Org Capability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Stays Local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Recent task context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Temporary drafts and cache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Local tool call records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Hot data for low-latency response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Must Go to Center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Org role and skill definitions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Workflow state changes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Important decision records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Audit logs and authorization actions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Reusable knowledge, strategies, business rules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1097280"/>
            <a:ext cx="18288" cy="3474720"/>
          </a:xfrm>
          <a:prstGeom prst="rect">
            <a:avLst/>
          </a:prstGeom>
          <a:solidFill>
            <a:srgbClr val="E94560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9456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Development Plan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Three-Phase MVP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Sprint 1: Executive Overview MVP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2070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 executive backend module, business overview and Skill invocation APIs, upgrade Overview page to executive 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6733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00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Sprint 2: Organization Hub Enhancement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8928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Connect roles, peers, capabilities, processes &amp; executive views; add org fragility and dependency identification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Sprint 3: Frontend Integration Loop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578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 handles task execution, iWorkerCenter manages orchestration, build closed loop from business questions to execution actions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Layers of Value from iWorkerCenter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First: A scalable, orchestrable, trackable digital employee system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Second: A key-person-independent organization hub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6642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Knowledge, processes, collaboration methods, and business judgment continuously embedded in the system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130552"/>
            <a:ext cx="109728" cy="1097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57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Third: An executive operating system for management and leadership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3500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 just viewing data, but having the system explain data, form options, mobilize resources, and drive execution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Intuition to Systematic Management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iWorkerCenter: The Executive Tool for CEOs and Boards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4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contact@iworker.ai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iWorker Team</dc:creator>
  <cp:lastModifiedBy>iWorker Team</cp:lastModifiedBy>
  <cp:revision>1</cp:revision>
  <dcterms:created xsi:type="dcterms:W3CDTF">2026-04-25T12:26:26Z</dcterms:created>
  <dcterms:modified xsi:type="dcterms:W3CDTF">2026-04-25T12:26:26Z</dcterms:modified>
</cp:coreProperties>
</file>