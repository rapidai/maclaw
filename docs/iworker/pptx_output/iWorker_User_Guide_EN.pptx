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914400"/>
            <a:ext cx="13716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887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Digital Employee Partner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4747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That Truly Works Alongside You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0" y="4389120"/>
            <a:ext cx="109728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45720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00CEC9">
                    <a:alpha val="6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is not a traditional AI assistant. It is your digital employee partner that accepts tasks, invokes skills, collaborates on execution, and continuously learns how you work.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4747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 Meet Your New Partner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Inside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Why You Need Digital Employees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What iWorker Can Do for You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How You Collaborate with Digital Employees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Interaction: IM, Voice, Task Flow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Complete Capabilities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200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Typical Use Cases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30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How Your Work Style Will Change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You Need Digital Employees</a:t>
            </a:r>
            <a:endParaRPr 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These Sound Familiar?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 Many Repetitive Tasks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Hours spent on repetitive operations daily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Reports, data cleanup, document formatting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 want to do creative work instead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Collaboration Overhead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Endless back-and-forth across teams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 scattered across chat, email, docs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Finding info takes more time than doing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 Gets Lost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Hard-won experience scattered everywhere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Long onboarding for new team members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Same mistakes repeated by different people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 Many Tools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assistants, project mgmt, doc tools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Each tool solves only one small problem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unified collaboration partner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iWorker Can Do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vs Traditional AI Tools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Traditional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Ask and answer, one question at a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Every conversation starts from scratch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Single-task only (writing, search, etc.)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You must guide every step manually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It is just a tool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iWorker Digital Employee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You set goals, it handles the full process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Experience accumulates over time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Multi-skill coordination, end-to-end delivery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You only intervene at key moments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It is your work partner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00CEC9">
              <a:alpha val="5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Five Core Capabilities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Receive Goals &amp;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Understands what you need and why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Goes beyond instructions to understand intent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Automatically fills in missing context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Identify Roles &amp; Skills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Auto-matches the best work approach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Calls appropriate skills for each task type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manual tool or process selection needed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Call Tools &amp; Knowledge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Uses your company standard workflows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Accesses tools and knowledge bases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Collaborates with other digital employees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 &amp; Capture Experience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Every task makes the system better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Process, decisions, results fully recorded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Experience accumulates for next time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15640" y="306324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23" name="Shape 21"/>
          <p:cNvSpPr/>
          <p:nvPr/>
        </p:nvSpPr>
        <p:spPr>
          <a:xfrm>
            <a:off x="3215640" y="306324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4" name="Text 22"/>
          <p:cNvSpPr/>
          <p:nvPr/>
        </p:nvSpPr>
        <p:spPr>
          <a:xfrm>
            <a:off x="3352800" y="320040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 &amp; Follow Up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2800" y="356616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Proactive progress updates pushed to you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Exception and key moment alerts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questions and adjust anytime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How You Collaborate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New Collaboration Paradigm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tasks assigned via IM and voice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Digital employees execute continuously, report and follow up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 provide judgment and authorization at high-value nodes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Complex tools accessed on-demand from your laptop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 processes and capabilities flow back to iWorkerCenter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New Role: High-Value Node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Judgment Node: Make decisions at critical points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Authorization Node: Approve important actions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Responsibility Node: Bear final accountability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Relationship Node: Handle work requiring human connection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Exception Handler: Step in for extreme and special cases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Interaction Modes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 Natural Ways to Interact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IM: Default Entry Point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Message digital employee on Slack/Teams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 tasks in group chats, receive reports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follow-ups, assign next steps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Closest to your daily work habits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56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156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33528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Voice: Natural Collaboration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28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"Show me today exceptions"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"Send client info to delivery team"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"Explain this month revenue gap"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 typing needed, just speak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1240" y="960120"/>
            <a:ext cx="2621280" cy="1920240"/>
          </a:xfrm>
          <a:prstGeom prst="rect">
            <a:avLst>
              <a:gd name="adj" fmla="val 2857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6111240" y="960120"/>
            <a:ext cx="26212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6248400" y="1097280"/>
            <a:ext cx="2346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GUI: Supplementary Console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48400" y="1463040"/>
            <a:ext cx="2346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View global status and complex charts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Configure org rules and permissions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Audit trail and history review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Not the only entry, but a supplement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C5CE7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0CEC9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200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Work Style Upgrade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Traditional to AI Native Work Style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All-day screen time with software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Manually complete every step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Repetitive work dominates your day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You handle everything alone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Knowledge lives in your head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Starting over when people change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914400"/>
            <a:ext cx="4114800" cy="3840480"/>
          </a:xfrm>
          <a:prstGeom prst="rect">
            <a:avLst>
              <a:gd name="adj" fmla="val 1190"/>
            </a:avLst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005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37760" y="141732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Open laptop on-demand for decisions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6479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One sentence, digital employee handles it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11226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Focus on high-value creative 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45973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Collaborate with digital employee team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807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Knowledge lives in the org system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154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Experience accumulates, reusable, transferable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26280" y="1097280"/>
            <a:ext cx="18288" cy="3474720"/>
          </a:xfrm>
          <a:prstGeom prst="rect">
            <a:avLst/>
          </a:prstGeom>
          <a:solidFill>
            <a:srgbClr val="00CEC9">
              <a:alpha val="5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Typical Use Cases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Daily Task Execution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"Organize today client follow-up records"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"Split this report by department"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"Schedule next week delivery check"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917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1" name="Shape 9"/>
          <p:cNvSpPr/>
          <p:nvPr/>
        </p:nvSpPr>
        <p:spPr>
          <a:xfrm>
            <a:off x="24917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2" name="Text 10"/>
          <p:cNvSpPr/>
          <p:nvPr/>
        </p:nvSpPr>
        <p:spPr>
          <a:xfrm>
            <a:off x="26289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Information &amp; Reporting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289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"What key tasks did we complete this week"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"What is the latest status of Client A"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"Generate my monthly work report"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5" name="Shape 13"/>
          <p:cNvSpPr/>
          <p:nvPr/>
        </p:nvSpPr>
        <p:spPr>
          <a:xfrm>
            <a:off x="46634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Cross-Dept Collaboration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"Sync requirements doc to product &amp; eng"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"Coordinate design and marketing schedules"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"Notify all stakeholders of changes"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35140" y="960120"/>
            <a:ext cx="1897380" cy="1920240"/>
          </a:xfrm>
          <a:prstGeom prst="rect">
            <a:avLst>
              <a:gd name="adj" fmla="val 2892"/>
            </a:avLst>
          </a:prstGeom>
          <a:solidFill>
            <a:srgbClr val="F8F9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835140" y="960120"/>
            <a:ext cx="1897380" cy="54864"/>
          </a:xfrm>
          <a:prstGeom prst="rect">
            <a:avLst>
              <a:gd name="adj" fmla="val 33333"/>
            </a:avLst>
          </a:prstGeom>
          <a:solidFill>
            <a:srgbClr val="00CEC9"/>
          </a:solidFill>
          <a:ln/>
        </p:spPr>
      </p:sp>
      <p:sp>
        <p:nvSpPr>
          <p:cNvPr id="20" name="Text 18"/>
          <p:cNvSpPr/>
          <p:nvPr/>
        </p:nvSpPr>
        <p:spPr>
          <a:xfrm>
            <a:off x="6972300" y="1097280"/>
            <a:ext cx="16230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2300" y="1463040"/>
            <a:ext cx="16230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"Analyze last quarter sales trends"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"Identify common themes in feedback"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"Generate competitive analysis report"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34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EC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Your Laptop Role Is Changing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9875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9144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Laptop is no longer the work center - it is the digital employee body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447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3716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Digital employees execute actions, call tools, access files on your laptop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9019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You collaborate via IM and voice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23591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286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Laptop becomes a toolbox opened on-demand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109728" cy="109728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743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Enterprise capabilities live in iWorkerCenter, not on personal devices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412480" y="4754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 Your Digital Employee Journey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AAA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Let AI handle the repetitive work. You focus on what truly matters.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EC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contact@iworker.ai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iWorker Team</dc:creator>
  <cp:lastModifiedBy>iWorker Team</cp:lastModifiedBy>
  <cp:revision>1</cp:revision>
  <dcterms:created xsi:type="dcterms:W3CDTF">2026-04-25T12:23:41Z</dcterms:created>
  <dcterms:modified xsi:type="dcterms:W3CDTF">2026-04-25T12:23:41Z</dcterms:modified>
</cp:coreProperties>
</file>