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Organization System · Next-Gen Enterprise Operating Infrastructure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Investor Pitch  |  Confidential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4389120"/>
            <a:ext cx="109728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39C12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is not an AI assistant or a chat interface. It is a digital employee system that helps enterprises build AI Native organizations.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Core Positioning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Structural Market Gap: The Missing Layer in Enterprise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Product Definition &amp; Three-Tier 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Four-Layer Operating 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Six Technical Moats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Business Model &amp; Revenue Structure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Go-to-Market Strategy &amp; Roadmap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Investment Highlights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Structural Market Gap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Real Problem: Not Missing Tools, But Organizational Capability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Reality (90% of Enterprises)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 used as search box, writing assistant, chatbot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Only improves local efficiency, not organizational performance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Key person departure = capability drain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Collaboration depends on tacit knowledge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Leaders see results but not process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Enterprise capability trapped in individual experience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Fragmented systems cannot carry organizational capability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 does scattered tasks, not organizational 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Static processes written in policy, run on personal relationships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What is missing is a new organizational operating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F39C12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Trillion-Dollar Structural Gap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enterprise AI market projected to exceed $1.8T by 2030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of AI tools stuck at point-efficiency stage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Organizational layer of enterprise AI almost untouched — a structural gap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Enterprises need organized AI systems, not more plugins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Definition &amp; Architecture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Three-Tier Product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· Digital Employee 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acceptance, skill invocation, collaborative execution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IM/Voice as native interaction entry points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tools, browser, file system access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work frontend, not a chat window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· Organization 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 roles, skill orchestration, process management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&amp; memory, permissions &amp; responsibilities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metrics, risk rules, decision mechanisms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tool CEOs and boards can use directly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iWorkerCloud · Cloud Control Plane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Multi-center registration &amp; authorization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 scheduling &amp; cloud operations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Cross-center sync &amp; remote management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Disaster recovery &amp; platform ops support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Organization — Beyond "Employees Using AI"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 assigned to role-based, capability-driven execution units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Processes run in the system, not written in policy documents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lives in the organization hub, not in a few heads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 is real-time sensing, explaining, deciding &amp; driving execution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Four-Layer Operating Architecture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 Layers — A True Organization Hub Must Answer Four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Digital employees complete business actions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acceptance, tool invocation, process execution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"Get things done"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&amp; position models, skill maps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Cross-dept collaboration chains, authorization boundaries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"Who does what, how to coordinate"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SLA, quality scoring, ops metrics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utilization, risk &amp; anomaly monitoring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"Is the organization running healthy"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understanding, decision simulation, execution push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CEO, board, and core business leaders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"What should we do next"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Six Technical Moats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Six Core Technical Moats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Executive Skills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questions systematized as callable skills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categories covering 20+ typical questions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 orchestration from diagnosis to execution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Three-Layer Memory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L1: Local hot cache (low latency)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L2: Central org memory (source of truth)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L3: Cloud cross-center capability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HA Multi-Node Hot Standby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Multi-node deployment, active-standby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Automatic failover, continuous state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logs over state replication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IM/Voice Native Interaction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IM as default work entry point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 as natural collaboration interface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repositioned as supplementary console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56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56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33528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Offline Hybrid Sync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28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Online-first, offline buffering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Weak real-time backfill mode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 resolution &amp; idempotent replay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12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112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62484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Event-Driven State Mgmt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84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logs written first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Center generates standardized summaries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embedding can be rebuilt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 &amp; Revenue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 — Diversified Revenue + Growth Flywheel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Revenue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SaaS: iWorkerCenter tiered by org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Digital Employee License: per-agent billing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Cloud Services: usage-based billing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Industry Solutions: Skills packages + annual fees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Growth Flywheel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More digital employees → More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Stronger diagnostic capabilities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Better business outcomes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Higher stickiness &amp; switching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Org capability in system → Very hard to replace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F39C12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Go-to-Market Strategy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Three-Phase GTM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1: iWorkerCenter Executive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207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 dashboard delivering day-one 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2: Organization Hub Enhancement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 roles, capabilities, processes &amp; executive 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3: Frontend Integration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578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business questions to execution actions in a closed 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Industries — Knowledge-Intensive &amp; Org-Complexity First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Knowledge-intensive services: Consulting, legal, design — strongest capability preservation needs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Mid-to-large manufacturing: Multi-dept coordination, complex process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retail &amp; services: Standardized replication, scaled management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Finance &amp; insurance: Risk monitoring, compliance, decision support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Healthcare &amp; education: Expert experience preservation, process standardization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Investment Highlights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 Investment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Structural Market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enterprise AI focused on point tools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Organizational layer almost untouched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Trillion-dollar structural gap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Technical Moats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Unique four-layer operating architecture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Skills system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Three-layer memory + HA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Extreme Customer Stickiness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 capabilities embedded in system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Knowledge, processes, roles, strategies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Very high switching cost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Clear Business Path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Three-phase GTM roadmap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Diversified revenue structure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Trillion-dollar market opportunity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Now — The Timing Window Is Open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Talent mobility accelerating → Can not rely on individuals for org capability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change accelerating → Static processes cannot adapt to dynamic needs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Expanding management radius → Leaders need systematic executive support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Shrinking competitive response time → From intuitive to systematic decisions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Resilient companies: deepest org capability沉淀, strongest replicability, fastest business 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Let's Define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Enterprise Operating System for the AI 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contact@iworker.ai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iWorker Team</dc:creator>
  <cp:lastModifiedBy>iWorker Team</cp:lastModifiedBy>
  <cp:revision>1</cp:revision>
  <dcterms:created xsi:type="dcterms:W3CDTF">2026-04-25T12:21:27Z</dcterms:created>
  <dcterms:modified xsi:type="dcterms:W3CDTF">2026-04-25T12:21:27Z</dcterms:modified>
</cp:coreProperties>
</file>